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58" r:id="rId6"/>
    <p:sldId id="259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36" y="-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err="1" smtClean="0"/>
              <a:t>Numpy</a:t>
            </a:r>
            <a:r>
              <a:rPr lang="en-IN" dirty="0" smtClean="0"/>
              <a:t>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smtClean="0"/>
              <a:t>By</a:t>
            </a:r>
          </a:p>
          <a:p>
            <a:r>
              <a:rPr lang="en-IN" dirty="0" err="1" smtClean="0"/>
              <a:t>Govindarasan</a:t>
            </a:r>
            <a:r>
              <a:rPr lang="en-IN" dirty="0" smtClean="0"/>
              <a:t> V D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What is </a:t>
            </a:r>
            <a:r>
              <a:rPr lang="en-US" b="1" dirty="0" err="1" smtClean="0"/>
              <a:t>NumPy</a:t>
            </a:r>
            <a:r>
              <a:rPr lang="en-US" b="1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 err="1" smtClean="0"/>
              <a:t>NumPy</a:t>
            </a:r>
            <a:r>
              <a:rPr lang="en-US" b="1" dirty="0" smtClean="0"/>
              <a:t> </a:t>
            </a:r>
            <a:r>
              <a:rPr lang="en-US" b="1" dirty="0" smtClean="0"/>
              <a:t>(Numerical Python)</a:t>
            </a:r>
            <a:r>
              <a:rPr lang="en-US" dirty="0" smtClean="0"/>
              <a:t> is a Python library used for </a:t>
            </a:r>
            <a:r>
              <a:rPr lang="en-US" b="1" dirty="0" smtClean="0"/>
              <a:t>fast mathematical &amp; scientific computing</a:t>
            </a:r>
            <a:r>
              <a:rPr lang="en-US" dirty="0" smtClean="0"/>
              <a:t>.</a:t>
            </a:r>
            <a:br>
              <a:rPr lang="en-US" dirty="0" smtClean="0"/>
            </a:br>
            <a:r>
              <a:rPr lang="en-US" dirty="0" smtClean="0"/>
              <a:t>It provides a powerful object called the </a:t>
            </a:r>
            <a:r>
              <a:rPr lang="en-US" b="1" dirty="0" err="1" smtClean="0"/>
              <a:t>ndarray</a:t>
            </a:r>
            <a:r>
              <a:rPr lang="en-US" dirty="0" smtClean="0"/>
              <a:t> (N-Dimensional Array).</a:t>
            </a:r>
          </a:p>
          <a:p>
            <a:pPr>
              <a:buNone/>
            </a:pPr>
            <a:r>
              <a:rPr lang="en-US" b="1" dirty="0" smtClean="0"/>
              <a:t>Why </a:t>
            </a:r>
            <a:r>
              <a:rPr lang="en-US" b="1" dirty="0" err="1" smtClean="0"/>
              <a:t>NumPy</a:t>
            </a:r>
            <a:r>
              <a:rPr lang="en-US" b="1" dirty="0" smtClean="0"/>
              <a:t>?</a:t>
            </a:r>
          </a:p>
          <a:p>
            <a:r>
              <a:rPr lang="en-US" dirty="0" smtClean="0"/>
              <a:t>Very fast (up to </a:t>
            </a:r>
            <a:r>
              <a:rPr lang="en-US" b="1" dirty="0" smtClean="0"/>
              <a:t>100x </a:t>
            </a:r>
            <a:r>
              <a:rPr lang="en-US" b="1" dirty="0" smtClean="0"/>
              <a:t>faster</a:t>
            </a:r>
            <a:r>
              <a:rPr lang="en-US" dirty="0" smtClean="0"/>
              <a:t> than Python lists)</a:t>
            </a:r>
          </a:p>
          <a:p>
            <a:r>
              <a:rPr lang="en-US" dirty="0" smtClean="0"/>
              <a:t>Handles large numerical data easily</a:t>
            </a:r>
          </a:p>
          <a:p>
            <a:r>
              <a:rPr lang="en-US" dirty="0" smtClean="0"/>
              <a:t>Supports </a:t>
            </a:r>
            <a:r>
              <a:rPr lang="en-US" dirty="0" err="1" smtClean="0"/>
              <a:t>vectorized</a:t>
            </a:r>
            <a:r>
              <a:rPr lang="en-US" dirty="0" smtClean="0"/>
              <a:t> operations</a:t>
            </a:r>
          </a:p>
          <a:p>
            <a:r>
              <a:rPr lang="en-US" dirty="0" smtClean="0"/>
              <a:t>Used in </a:t>
            </a:r>
            <a:r>
              <a:rPr lang="en-US" b="1" dirty="0" smtClean="0"/>
              <a:t>Machine Learning, AI, Data Science, Image Processing, Deep Learning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Difference Between Python List </a:t>
            </a:r>
            <a:r>
              <a:rPr lang="en-US" dirty="0" err="1" smtClean="0"/>
              <a:t>vs</a:t>
            </a:r>
            <a:r>
              <a:rPr lang="en-US" dirty="0" smtClean="0"/>
              <a:t> </a:t>
            </a:r>
            <a:r>
              <a:rPr lang="en-US" dirty="0" err="1" smtClean="0"/>
              <a:t>NumPy</a:t>
            </a:r>
            <a:r>
              <a:rPr lang="en-US" dirty="0" smtClean="0"/>
              <a:t> Array</a:t>
            </a:r>
            <a:endParaRPr lang="en-US" dirty="0"/>
          </a:p>
        </p:txBody>
      </p:sp>
      <p:pic>
        <p:nvPicPr>
          <p:cNvPr id="307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828800"/>
            <a:ext cx="8324764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Key Features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dirty="0" smtClean="0"/>
              <a:t>Key Features</a:t>
            </a:r>
          </a:p>
          <a:p>
            <a:r>
              <a:rPr lang="en-US" dirty="0" smtClean="0"/>
              <a:t>High-performance </a:t>
            </a:r>
            <a:r>
              <a:rPr lang="en-US" b="1" dirty="0" smtClean="0"/>
              <a:t>N-dimensional arrays</a:t>
            </a:r>
            <a:endParaRPr lang="en-US" dirty="0" smtClean="0"/>
          </a:p>
          <a:p>
            <a:r>
              <a:rPr lang="en-US" dirty="0" smtClean="0"/>
              <a:t>Fast mathematical operations (</a:t>
            </a:r>
            <a:r>
              <a:rPr lang="en-US" dirty="0" err="1" smtClean="0"/>
              <a:t>vectorization</a:t>
            </a:r>
            <a:r>
              <a:rPr lang="en-US" dirty="0" smtClean="0"/>
              <a:t>)</a:t>
            </a:r>
          </a:p>
          <a:p>
            <a:r>
              <a:rPr lang="en-US" dirty="0" smtClean="0"/>
              <a:t>Linear algebra, FFT, statistics</a:t>
            </a:r>
          </a:p>
          <a:p>
            <a:r>
              <a:rPr lang="en-US" dirty="0" smtClean="0"/>
              <a:t>Integrates with Pandas, </a:t>
            </a:r>
            <a:r>
              <a:rPr lang="en-US" dirty="0" err="1" smtClean="0"/>
              <a:t>Sci-Py</a:t>
            </a:r>
            <a:r>
              <a:rPr lang="en-US" dirty="0" smtClean="0"/>
              <a:t>, ML libraries (</a:t>
            </a:r>
            <a:r>
              <a:rPr lang="en-US" dirty="0" err="1" smtClean="0"/>
              <a:t>TensorFlow</a:t>
            </a:r>
            <a:r>
              <a:rPr lang="en-US" dirty="0" smtClean="0"/>
              <a:t>, </a:t>
            </a:r>
            <a:r>
              <a:rPr lang="en-US" dirty="0" err="1" smtClean="0"/>
              <a:t>PyTorch</a:t>
            </a:r>
            <a:r>
              <a:rPr lang="en-US" dirty="0" smtClean="0"/>
              <a:t>)</a:t>
            </a:r>
          </a:p>
          <a:p>
            <a:pPr>
              <a:buNone/>
            </a:pPr>
            <a:r>
              <a:rPr lang="en-US" b="1" dirty="0" smtClean="0"/>
              <a:t>Why </a:t>
            </a:r>
            <a:r>
              <a:rPr lang="en-US" b="1" dirty="0" err="1" smtClean="0"/>
              <a:t>NumPy</a:t>
            </a:r>
            <a:r>
              <a:rPr lang="en-US" b="1" dirty="0" smtClean="0"/>
              <a:t> is Fast?</a:t>
            </a:r>
          </a:p>
          <a:p>
            <a:r>
              <a:rPr lang="en-US" dirty="0" smtClean="0"/>
              <a:t>Because it is written in </a:t>
            </a:r>
            <a:r>
              <a:rPr lang="en-US" b="1" dirty="0" smtClean="0"/>
              <a:t>C</a:t>
            </a:r>
            <a:r>
              <a:rPr lang="en-US" dirty="0" smtClean="0"/>
              <a:t>, uses </a:t>
            </a:r>
            <a:r>
              <a:rPr lang="en-US" b="1" dirty="0" smtClean="0"/>
              <a:t>contiguous memory blocks</a:t>
            </a:r>
            <a:r>
              <a:rPr lang="en-US" dirty="0" smtClean="0"/>
              <a:t> and supports </a:t>
            </a:r>
            <a:r>
              <a:rPr lang="en-US" b="1" dirty="0" err="1" smtClean="0"/>
              <a:t>vectorization</a:t>
            </a:r>
            <a:r>
              <a:rPr lang="en-US" dirty="0" smtClean="0"/>
              <a:t> (no python loops).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/>
              <a:t>Numpy</a:t>
            </a:r>
            <a:r>
              <a:rPr lang="en-IN" dirty="0" smtClean="0"/>
              <a:t> array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09600" y="1524000"/>
            <a:ext cx="7620000" cy="4978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Installing </a:t>
            </a:r>
            <a:r>
              <a:rPr lang="en-US" b="1" dirty="0" err="1" smtClean="0"/>
              <a:t>NumPy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" y="1600200"/>
            <a:ext cx="9144000" cy="2493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93</Words>
  <Application>Microsoft Office PowerPoint</Application>
  <PresentationFormat>On-screen Show (4:3)</PresentationFormat>
  <Paragraphs>21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Numpy </vt:lpstr>
      <vt:lpstr>What is NumPy?</vt:lpstr>
      <vt:lpstr>Difference Between Python List vs NumPy Array</vt:lpstr>
      <vt:lpstr>Key Features </vt:lpstr>
      <vt:lpstr>Numpy array</vt:lpstr>
      <vt:lpstr>Installing NumPy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Numpy </dc:title>
  <dc:creator>Tamilgovind</dc:creator>
  <cp:lastModifiedBy>Tamilgovind</cp:lastModifiedBy>
  <cp:revision>5</cp:revision>
  <dcterms:created xsi:type="dcterms:W3CDTF">2006-08-16T00:00:00Z</dcterms:created>
  <dcterms:modified xsi:type="dcterms:W3CDTF">2025-11-27T15:59:06Z</dcterms:modified>
</cp:coreProperties>
</file>